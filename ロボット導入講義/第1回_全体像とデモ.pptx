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挨拶。この講義はロボットに新しい動きを覚えさせる技術を扱う。プログラムは書かないことを最初に明言する。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この4つだけ。第1回は地図を渡す回であって、歩かせる回ではない。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受講のハードルを下げるため、ここを最初にはっきり言う。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USDはもともとピクサーがアニメ制作のために作った形式。それがロボット業界の共通フォーマットになった。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学生の答えを全部受け止めて、そのまま2つの道につなげる。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説明より先に、学習中の画を流す。学生の反応が出てから話す。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／ Isaac Lab ／ GR00T　導入講義（全8回）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　全体像とデモ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D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ロボットを賢くする2つの道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280160" cy="3200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90分／座学＋デモ　・　受講にプログラミングの知識は不要です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第1回は「地図を渡す回」です。技術の詳細には踏み込みません。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67128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305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3つの道具を区別できる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51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／ Isaac Lab ／ GR00T 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それぞれ何をするものか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67128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1305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動いているロボットを見る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651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SO-101が自分でブロックを掴む様子を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実際に見た状態にする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15968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93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2つの学習方式を説明できる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00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模倣学習と強化学習の違いを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自分の言葉で言える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4023360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15968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2793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シミュレータの必要性を納得する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800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なぜ本物のロボットでやらないのか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この講義で、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プログラムは書きません。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皆さんがやるのは、この3つです。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2428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設定ファイルの数値を書き換える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第2・3・5回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342900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録る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2428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実機を操作してデータを集める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42900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見比べる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2428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結果の動画と数字を並べる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第7・8回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36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打ち込むコマンドは、すべてこちらで用意します。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17627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道具の紹介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／ Isaac Lab ／ GR00T とは何か　（5〜25分）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3つの道具は、積み重なっている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全部NVIDIA製。どれもGPUで大量の並列計算をする技術だからです。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88920" y="17830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063240" y="1892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GR00T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模倣学習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1892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Lab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強化学習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3063240"/>
            <a:ext cx="6720840" cy="868680"/>
          </a:xfrm>
          <a:prstGeom prst="roundRect">
            <a:avLst>
              <a:gd name="adj" fmla="val 8421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63240" y="317296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5753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物理・センサ・レンダリング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4251960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63240" y="436168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Omniverse ／ USD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76402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3Dデータの共通基盤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5257800"/>
            <a:ext cx="6720840" cy="658368"/>
          </a:xfrm>
          <a:prstGeom prst="roundRect">
            <a:avLst>
              <a:gd name="adj" fmla="val 11111"/>
            </a:avLst>
          </a:prstGeom>
          <a:solidFill>
            <a:srgbClr val="E3E8ED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063240" y="536752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RTX GPU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576986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計算するハードウェア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2697480"/>
            <a:ext cx="0" cy="365760"/>
          </a:xfrm>
          <a:prstGeom prst="line">
            <a:avLst/>
          </a:prstGeom>
          <a:noFill/>
          <a:ln w="19050">
            <a:solidFill>
              <a:srgbClr val="AFBA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2697480"/>
            <a:ext cx="0" cy="365760"/>
          </a:xfrm>
          <a:prstGeom prst="line">
            <a:avLst/>
          </a:prstGeom>
          <a:noFill/>
          <a:ln w="19050">
            <a:solidFill>
              <a:srgbClr val="AFBA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3931920"/>
            <a:ext cx="0" cy="320040"/>
          </a:xfrm>
          <a:prstGeom prst="line">
            <a:avLst/>
          </a:prstGeom>
          <a:noFill/>
          <a:ln w="19050">
            <a:solidFill>
              <a:srgbClr val="AFBA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5029200"/>
            <a:ext cx="0" cy="228600"/>
          </a:xfrm>
          <a:prstGeom prst="line">
            <a:avLst/>
          </a:prstGeom>
          <a:noFill/>
          <a:ln w="19050">
            <a:solidFill>
              <a:srgbClr val="AFBA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学習させる層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世界を作る層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── 世界を作る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ロボット専用の物理シミュレータ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Omniverse という3D制作基盤の上に作られている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3Dデータの形式は USD（もとはピクサーがアニメ制作用に作ったもの）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物理演算は PhysX。重力・摩擦・衝突・関節の動きを計算する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カメラ画像は RTX のレイトレーシングで生成。見た目が本物に近い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663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7804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これはする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3957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物理法則に従った世界と、そこで撮れるセンサの値を作る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3840480"/>
            <a:ext cx="4663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7804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これはしない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44988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ロボットを賢くすること自体。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は舞台であって、役者ではない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36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第2回・第3回で実際に触ります。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Lab ── 試行錯誤させる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の上で、ロボットに学習させるための枠組み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1051560"/>
          </a:xfrm>
          <a:prstGeom prst="roundRect">
            <a:avLst>
              <a:gd name="adj" fmla="val 7826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93976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数千体を同時に動かす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317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1体ずつ試していては時間が足りない。これが最大の特徴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223760" cy="1051560"/>
          </a:xfrm>
          <a:prstGeom prst="roundRect">
            <a:avLst>
              <a:gd name="adj" fmla="val 7826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28416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729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学習の「型」が用意されている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661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環境・観測・行動・報酬。研究者が毎回ゼロから書かなくてよい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7223760" cy="1051560"/>
          </a:xfrm>
          <a:prstGeom prst="roundRect">
            <a:avLst>
              <a:gd name="adj" fmla="val 7826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562856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4074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既成のロボットとタスクが入っている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006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四足歩行・ヒューマノイド・アーム。GO2の歩行タスクもその一つ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1783080"/>
            <a:ext cx="3291840" cy="3246120"/>
          </a:xfrm>
          <a:prstGeom prst="roundRect">
            <a:avLst>
              <a:gd name="adj" fmla="val 253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496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しないこと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468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写実的な映像づくり。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それは下の Isaac Sim の仕事。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本講義での教材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977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GO2の歩行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（第4・5回）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36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オープンソース。前身は Isaac Gym → Orbit と名前を変えてきました。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GR00T ── 手本から学ばせる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ロボット用の「基盤モデル」。ChatGPT と並べると分かりやすい。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大規模言語モデル（ChatGPT など）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GR00T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D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文章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カメラ画像 ＋ 言葉の指示 ＋ 関節の角度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次の文章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次にどう関節を動かすか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事前学習済みのものを用途に合わせて微調整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同じ（数十本の録画で足ります）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内部は二段構え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ゆっくり考える部分（画像と言葉を理解する）と、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速く動かす部分（関節の動きを毎秒何十回も出す）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4617720"/>
            <a:ext cx="5120640" cy="1463040"/>
          </a:xfrm>
          <a:prstGeom prst="roundRect">
            <a:avLst>
              <a:gd name="adj" fmla="val 5625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72084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本講義での教材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SO-101アームのピック＆プレース（第6・7回）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しないこと：物理シミュレーション。頭脳であって世界ではない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（補足）Cosmos ── 映像を作る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実際に撮った動画の「動き」はそのままに、見た目だけを別物に変換できる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何のために使うのか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学習データが足りないときに水増しする。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同じ動きの映像を、違う机・違う照明・違う色で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作り直して、データの量を増やします。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ただし、増えないものがある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変えられるのは「見た目」だけです。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ブロックの置き場所やロボットの動き方は、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元の動画のまま変わりません。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この「増やしたつもりで、増えていなかった」という話は、第8回でもう一度出てきます。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36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本講義では扱いません。第8回で実例として触れます。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3つの道具　まとめ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この表は配布します。毎回の冒頭で「今日はここ」を確認します。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道具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ひとことで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本講義での教材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皆さんがすること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Sim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世界を作る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第2・3回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物理とカメラをいじる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Lab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試行錯誤させる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GO2の歩行（第4・5回）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報酬の数字を変える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GR00T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手本から学ばせる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SO-101（第6・7回）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データを録る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Isaac Sim が土台。その上に、学習のやり方が2つ乗っている。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17627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 ── まず見てください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SO-101が自分でブロックを掴む　（25〜45分）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これをどう作りますか？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このアームに同じことをさせるプログラムを、皆さんならどう書きますか。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76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座標を指定して動かす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5000" y="2258568"/>
            <a:ext cx="457200" cy="237744"/>
          </a:xfrm>
          <a:prstGeom prst="rightArrow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7452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2121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ブロックが1cmずれたら？　毎回置き場所が違ったら？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364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カメラでブロックを見つける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715000" y="3447288"/>
            <a:ext cx="457200" cy="237744"/>
          </a:xfrm>
          <a:prstGeom prst="rightArrow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6324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見つけた後、腕をどう曲げれば届くか。その角度は誰が決める？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553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全部の場合を書いておく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715000" y="4636008"/>
            <a:ext cx="457200" cy="237744"/>
          </a:xfrm>
          <a:prstGeom prst="rightArrow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25196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20840" y="44988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場合の数はいくつになりますか？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手で書き下すのは無理。だから「教える」か「自分で見つけさせる」しかない。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17627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ロボットを賢くする2つの道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模倣学習と強化学習　（45〜60分）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手本を見せるか、自分で見つけさせるか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49240" cy="3840480"/>
          </a:xfrm>
          <a:prstGeom prst="roundRect">
            <a:avLst>
              <a:gd name="adj" fmla="val 2143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D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模倣学習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人が手本を見せる　—　GR00T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与えるもの：正解そのもの</a:t>
            </a:r>
            <a:endParaRPr lang="en-US" sz="145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強み：少ないデータで動く。人のやり方を再現できる</a:t>
            </a:r>
            <a:endParaRPr lang="en-US" sz="145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弱み：見せていない状況に弱い。手本の質がそのまま性能になる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3840480"/>
          </a:xfrm>
          <a:prstGeom prst="roundRect">
            <a:avLst>
              <a:gd name="adj" fmla="val 21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強化学習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正解を与えない　—　Isaac Lab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971800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E3E9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与えるもの：良し悪しの基準（報酬）だけ</a:t>
            </a:r>
            <a:endParaRPr lang="en-US" sz="145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E3E9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強み：人が思いつかない動き方を見つける。人を超えうる</a:t>
            </a:r>
            <a:endParaRPr lang="en-US" sz="145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E3E9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弱み：膨大な試行回数が要る（数百万回の転倒）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並べて見る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模倣学習（GR00T）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強化学習（Isaac Lab）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人間が与えるもの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手本のデータ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報酬の設計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ロボットがすること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真似する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試行錯誤する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必要な試行回数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数十回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数百万回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実機でできるか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できる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できない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本講義の教材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SO-101アーム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GO2（四足歩行）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皆さんがすること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録る（第6回）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数字を変える（第5回）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最後の行が、この講義の構造そのものです。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今、画面に何体いると思いますか。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体のGO2が、同時に学習しています。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誰も「歩け」とは教えていません。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FD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前に進んだら点、転んだら減点。それだけです。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0" y="2103120"/>
            <a:ext cx="3657600" cy="2834640"/>
          </a:xfrm>
          <a:prstGeom prst="roundRect">
            <a:avLst>
              <a:gd name="adj" fmla="val 290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18388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第5回の予告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788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皆さん一人ひとりに、この報酬の数字を変えてもらいます。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速さを重視した人、省エネを重視した人で、歩き方が変わります。最後に全員の歩行を並べて見ます。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なぜ、本物のロボットでやらないのか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ここが腑に落ちないと、残り7回が「よく分からないソフトの操作」になってしまいます。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壊れる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GO2は学習中に数百万回転びます。実機でやれば初日に壊れ、予算も尽きる。シミュレータの中なら、転倒は無料です。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1F5E8"/>
          </a:solidFill>
          <a:ln w="12700">
            <a:solidFill>
              <a:srgbClr val="F1F5E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時間が足りない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実機は1回の試行に実時間がかかる。シミュレータなら数千体を同時に、実時間より速く動かせる。数年分の経験が数時間に圧縮されます。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03120"/>
            <a:ext cx="420624" cy="42062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24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本当の値が分かる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2918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実機ではブロックが今どこにあるか正確には知れない（カメラ越しの推定だけ）。シミュレータの中では位置も速度も力も全部正確に分かります。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36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だから強化学習は、本来シミュレータでやるものです。GO2の実機が無いことは欠落ではありません。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9A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シミュレータの中でうまくいっても、</a:t>
            </a:r>
            <a:endParaRPr lang="en-US" sz="3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実機で動くとは限りません。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1280160" cy="3200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sim2real ギャップ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66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この講義は、最後にその話で終わります。（第8回）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これから8回で、こう進みます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210312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テーマ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使う道具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皆さんがすること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全体像とデモ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物理パラメータをいじる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Sim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摩擦・質量・重力を変える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カメラを置いて動かす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Sim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カメラ位置を変えて撮り比べる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強化学習を見る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Lab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学習を回して曲線を読む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報酬の重みを変える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Isaac Lab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数字を1つ変えて競う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データを録る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GR00T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7D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実機を操作して収録する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学習して実機で動かす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GR00T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結果を見比べる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失敗の解剖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B2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　中間：第5回で自分が変えた報酬と、歩き方がどう変わったかの報告　／　期末：与えられたデータの偏りを自分で見つけて報告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BA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紙1枚。プログラムは要りません。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675120" cy="3017520"/>
          </a:xfrm>
          <a:prstGeom prst="roundRect">
            <a:avLst>
              <a:gd name="adj" fmla="val 272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自分の経験から、次の2つを1つずつ挙げてください。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　手本を見せてもらって覚えたこと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3101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　自分で試行錯誤して覚えたこと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023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そして、なぜそちらの方法だったのかを一言添えてください。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920240"/>
            <a:ext cx="3749040" cy="3017520"/>
          </a:xfrm>
          <a:prstGeom prst="roundRect">
            <a:avLst>
              <a:gd name="adj" fmla="val 272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次回予告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6974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シミュレータの中に入ります。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ブロックを掴ませて、それから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摩擦を下げます。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どうなると思いますか。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2026-09-24T06:10:27Z</dcterms:created>
  <dcterms:modified xsi:type="dcterms:W3CDTF">2026-09-24T06:10:27Z</dcterms:modified>
</cp:coreProperties>
</file>